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B6E1-55AB-4B25-BE3E-59FF75863E31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62F81-CBD2-457C-BFAB-4C0158FB0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002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B6E1-55AB-4B25-BE3E-59FF75863E31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62F81-CBD2-457C-BFAB-4C0158FB0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809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B6E1-55AB-4B25-BE3E-59FF75863E31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62F81-CBD2-457C-BFAB-4C0158FB0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77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B6E1-55AB-4B25-BE3E-59FF75863E31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62F81-CBD2-457C-BFAB-4C0158FB0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942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B6E1-55AB-4B25-BE3E-59FF75863E31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62F81-CBD2-457C-BFAB-4C0158FB0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8320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B6E1-55AB-4B25-BE3E-59FF75863E31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62F81-CBD2-457C-BFAB-4C0158FB0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060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B6E1-55AB-4B25-BE3E-59FF75863E31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62F81-CBD2-457C-BFAB-4C0158FB0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076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B6E1-55AB-4B25-BE3E-59FF75863E31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62F81-CBD2-457C-BFAB-4C0158FB0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115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B17B6E1-55AB-4B25-BE3E-59FF75863E31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FB562F81-CBD2-457C-BFAB-4C0158FB0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7914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B6E1-55AB-4B25-BE3E-59FF75863E31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62F81-CBD2-457C-BFAB-4C0158FB0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354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B6E1-55AB-4B25-BE3E-59FF75863E31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62F81-CBD2-457C-BFAB-4C0158FB0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673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B6E1-55AB-4B25-BE3E-59FF75863E31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62F81-CBD2-457C-BFAB-4C0158FB0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25893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B6E1-55AB-4B25-BE3E-59FF75863E31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62F81-CBD2-457C-BFAB-4C0158FB0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2434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B6E1-55AB-4B25-BE3E-59FF75863E31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62F81-CBD2-457C-BFAB-4C0158FB0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1963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B6E1-55AB-4B25-BE3E-59FF75863E31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62F81-CBD2-457C-BFAB-4C0158FB0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6389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B6E1-55AB-4B25-BE3E-59FF75863E31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62F81-CBD2-457C-BFAB-4C0158FB0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574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B6E1-55AB-4B25-BE3E-59FF75863E31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62F81-CBD2-457C-BFAB-4C0158FB0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16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17B6E1-55AB-4B25-BE3E-59FF75863E31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B562F81-CBD2-457C-BFAB-4C0158FB0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8379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15E0F10-EFDC-4CE7-ACEC-25A42FE9ECEB}"/>
              </a:ext>
            </a:extLst>
          </p:cNvPr>
          <p:cNvSpPr/>
          <p:nvPr/>
        </p:nvSpPr>
        <p:spPr>
          <a:xfrm>
            <a:off x="5722398" y="922538"/>
            <a:ext cx="747204" cy="74720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A90CF0C-6364-47AB-B6DF-D6C78F1D8C10}"/>
              </a:ext>
            </a:extLst>
          </p:cNvPr>
          <p:cNvSpPr/>
          <p:nvPr/>
        </p:nvSpPr>
        <p:spPr>
          <a:xfrm>
            <a:off x="5621044" y="2954044"/>
            <a:ext cx="949911" cy="9499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957432-1D23-4D74-A0CE-A003752317EA}"/>
              </a:ext>
            </a:extLst>
          </p:cNvPr>
          <p:cNvSpPr/>
          <p:nvPr/>
        </p:nvSpPr>
        <p:spPr>
          <a:xfrm rot="17028676">
            <a:off x="7330733" y="4303450"/>
            <a:ext cx="747204" cy="74720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5819914-C514-48EA-AD06-24433D9DC6D2}"/>
              </a:ext>
            </a:extLst>
          </p:cNvPr>
          <p:cNvSpPr/>
          <p:nvPr/>
        </p:nvSpPr>
        <p:spPr>
          <a:xfrm>
            <a:off x="3912834" y="4128853"/>
            <a:ext cx="747204" cy="747204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240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1.11111E-6 C 0.01289 -0.00046 0.03867 0.13565 0.03867 0.30671 C 0.03867 0.47708 0.05195 0.61898 -0.00026 0.61898 C -0.0526 0.61898 -0.03971 0.47963 -0.03971 0.30949 C -0.03971 0.13819 -0.01328 0.00023 -0.00026 1.11111E-6 Z " pathEditMode="relative" rAng="0" ptsTypes="AAAAA">
                                      <p:cBhvr>
                                        <p:cTn id="6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3094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0.00138 C -0.0095 0.01667 -0.08489 -0.02083 -0.15989 -0.128 C -0.2345 -0.23588 -0.30078 -0.32384 -0.2707 -0.39074 C -0.23984 -0.45601 -0.1776 -0.34259 -0.10312 -0.23518 C -0.02838 -0.12731 0.00938 -0.01898 -1.04167E-6 -0.00138 Z " pathEditMode="relative" rAng="7740000" ptsTypes="AAAAA">
                                      <p:cBhvr>
                                        <p:cTn id="8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750" y="-1898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48148E-6 C -0.00833 -0.01782 0.04883 -0.12523 0.12995 -0.21667 C 0.21602 -0.28935 0.27045 -0.40254 0.29883 -0.32292 C 0.32604 -0.24282 0.26133 -0.20116 0.18008 -0.11134 C 0.09831 -0.02083 0.00834 0.01736 -2.5E-6 -1.48148E-6 Z " pathEditMode="relative" rAng="14280000" ptsTypes="AAAAA">
                                      <p:cBhvr>
                                        <p:cTn id="10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78" y="-15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21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Mesh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11</cp:revision>
  <dcterms:created xsi:type="dcterms:W3CDTF">2025-11-25T08:13:27Z</dcterms:created>
  <dcterms:modified xsi:type="dcterms:W3CDTF">2025-11-25T09:21:00Z</dcterms:modified>
</cp:coreProperties>
</file>